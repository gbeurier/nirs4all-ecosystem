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8BE0"/>
    <a:srgbClr val="4F9CD0"/>
    <a:srgbClr val="0D8B91"/>
    <a:srgbClr val="44AC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7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90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05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080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57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50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60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86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97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23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06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74917-AE81-4994-9CD5-9E4CBE07500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FA0AF-8CC5-4DDD-8EC4-F55FE0139C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105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jpe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à coins arrondis 136"/>
          <p:cNvSpPr/>
          <p:nvPr/>
        </p:nvSpPr>
        <p:spPr>
          <a:xfrm>
            <a:off x="142367" y="181951"/>
            <a:ext cx="11023467" cy="6136358"/>
          </a:xfrm>
          <a:prstGeom prst="roundRect">
            <a:avLst>
              <a:gd name="adj" fmla="val 417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à coins arrondis 27"/>
          <p:cNvSpPr/>
          <p:nvPr/>
        </p:nvSpPr>
        <p:spPr>
          <a:xfrm>
            <a:off x="5309892" y="1909632"/>
            <a:ext cx="1978070" cy="1929788"/>
          </a:xfrm>
          <a:prstGeom prst="roundRect">
            <a:avLst>
              <a:gd name="adj" fmla="val 1129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6" name="Image 1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141" y="1961769"/>
            <a:ext cx="420541" cy="428896"/>
          </a:xfrm>
          <a:prstGeom prst="rect">
            <a:avLst/>
          </a:prstGeom>
        </p:spPr>
      </p:pic>
      <p:sp>
        <p:nvSpPr>
          <p:cNvPr id="88" name="Rectangle à coins arrondis 87"/>
          <p:cNvSpPr/>
          <p:nvPr/>
        </p:nvSpPr>
        <p:spPr>
          <a:xfrm>
            <a:off x="5602667" y="953769"/>
            <a:ext cx="1415580" cy="1093528"/>
          </a:xfrm>
          <a:prstGeom prst="roundRect">
            <a:avLst>
              <a:gd name="adj" fmla="val 1129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8" name="Image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466" y="1066455"/>
            <a:ext cx="544681" cy="505560"/>
          </a:xfrm>
          <a:prstGeom prst="rect">
            <a:avLst/>
          </a:prstGeom>
        </p:spPr>
      </p:pic>
      <p:sp>
        <p:nvSpPr>
          <p:cNvPr id="100" name="ZoneTexte 99"/>
          <p:cNvSpPr txBox="1"/>
          <p:nvPr/>
        </p:nvSpPr>
        <p:spPr>
          <a:xfrm>
            <a:off x="5739138" y="5352394"/>
            <a:ext cx="19177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smtClean="0">
                <a:solidFill>
                  <a:srgbClr val="4F9CD0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DEEP LEARNING BACKENDS</a:t>
            </a:r>
            <a:endParaRPr lang="fr-FR" sz="700" dirty="0">
              <a:solidFill>
                <a:srgbClr val="4F9CD0"/>
              </a:solidFill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84" name="Rectangle à coins arrondis 83"/>
          <p:cNvSpPr/>
          <p:nvPr/>
        </p:nvSpPr>
        <p:spPr>
          <a:xfrm>
            <a:off x="7900442" y="245183"/>
            <a:ext cx="1150456" cy="1393273"/>
          </a:xfrm>
          <a:prstGeom prst="roundRect">
            <a:avLst>
              <a:gd name="adj" fmla="val 1129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1961234" y="2230663"/>
            <a:ext cx="1150456" cy="1393273"/>
          </a:xfrm>
          <a:prstGeom prst="roundRect">
            <a:avLst>
              <a:gd name="adj" fmla="val 11296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762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948" y="3307230"/>
            <a:ext cx="398848" cy="294462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/>
          <a:srcRect l="43677" t="77204" r="36169"/>
          <a:stretch/>
        </p:blipFill>
        <p:spPr>
          <a:xfrm>
            <a:off x="2099947" y="3007360"/>
            <a:ext cx="899160" cy="188750"/>
          </a:xfrm>
          <a:prstGeom prst="rect">
            <a:avLst/>
          </a:prstGeom>
        </p:spPr>
      </p:pic>
      <p:sp>
        <p:nvSpPr>
          <p:cNvPr id="24" name="ZoneTexte 23"/>
          <p:cNvSpPr txBox="1"/>
          <p:nvPr/>
        </p:nvSpPr>
        <p:spPr>
          <a:xfrm>
            <a:off x="2261983" y="3225835"/>
            <a:ext cx="5489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smtClean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READ </a:t>
            </a:r>
            <a:endParaRPr lang="fr-FR" sz="800" dirty="0">
              <a:solidFill>
                <a:srgbClr val="0D8B91"/>
              </a:solidFill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3243714" y="2230663"/>
            <a:ext cx="1523904" cy="1393273"/>
            <a:chOff x="3243714" y="1986823"/>
            <a:chExt cx="1523904" cy="1393273"/>
          </a:xfrm>
        </p:grpSpPr>
        <p:sp>
          <p:nvSpPr>
            <p:cNvPr id="6" name="Rectangle à coins arrondis 5"/>
            <p:cNvSpPr/>
            <p:nvPr/>
          </p:nvSpPr>
          <p:spPr>
            <a:xfrm>
              <a:off x="3617162" y="1986823"/>
              <a:ext cx="1150456" cy="1393273"/>
            </a:xfrm>
            <a:prstGeom prst="roundRect">
              <a:avLst>
                <a:gd name="adj" fmla="val 1129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762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3714" y="2536228"/>
              <a:ext cx="398848" cy="294462"/>
            </a:xfrm>
            <a:prstGeom prst="rect">
              <a:avLst/>
            </a:prstGeom>
          </p:spPr>
        </p:pic>
        <p:pic>
          <p:nvPicPr>
            <p:cNvPr id="21" name="Image 20"/>
            <p:cNvPicPr>
              <a:picLocks noChangeAspect="1"/>
            </p:cNvPicPr>
            <p:nvPr/>
          </p:nvPicPr>
          <p:blipFill rotWithShape="1">
            <a:blip r:embed="rId5"/>
            <a:srcRect l="77950" t="89475" r="2693"/>
            <a:stretch/>
          </p:blipFill>
          <p:spPr>
            <a:xfrm>
              <a:off x="3760589" y="2865120"/>
              <a:ext cx="863601" cy="87150"/>
            </a:xfrm>
            <a:prstGeom prst="rect">
              <a:avLst/>
            </a:prstGeom>
          </p:spPr>
        </p:pic>
        <p:sp>
          <p:nvSpPr>
            <p:cNvPr id="25" name="ZoneTexte 24"/>
            <p:cNvSpPr txBox="1"/>
            <p:nvPr/>
          </p:nvSpPr>
          <p:spPr>
            <a:xfrm>
              <a:off x="3760588" y="2987662"/>
              <a:ext cx="8636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dirty="0" smtClean="0">
                  <a:solidFill>
                    <a:srgbClr val="0D8B9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ASSEMBLE </a:t>
              </a:r>
              <a:endParaRPr lang="fr-FR" sz="800" dirty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</p:grpSp>
      <p:pic>
        <p:nvPicPr>
          <p:cNvPr id="29" name="Imag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044" y="2780067"/>
            <a:ext cx="398848" cy="294462"/>
          </a:xfrm>
          <a:prstGeom prst="rect">
            <a:avLst/>
          </a:prstGeom>
        </p:spPr>
      </p:pic>
      <p:sp>
        <p:nvSpPr>
          <p:cNvPr id="31" name="ZoneTexte 30"/>
          <p:cNvSpPr txBox="1"/>
          <p:nvPr/>
        </p:nvSpPr>
        <p:spPr>
          <a:xfrm>
            <a:off x="5841319" y="3250130"/>
            <a:ext cx="863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smtClean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ANALYZE </a:t>
            </a:r>
            <a:endParaRPr lang="fr-FR" sz="800" dirty="0">
              <a:solidFill>
                <a:srgbClr val="0D8B91"/>
              </a:solidFill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094" y="2642273"/>
            <a:ext cx="398848" cy="294462"/>
          </a:xfrm>
          <a:prstGeom prst="rect">
            <a:avLst/>
          </a:prstGeom>
        </p:spPr>
      </p:pic>
      <p:sp>
        <p:nvSpPr>
          <p:cNvPr id="47" name="ZoneTexte 46"/>
          <p:cNvSpPr txBox="1"/>
          <p:nvPr/>
        </p:nvSpPr>
        <p:spPr>
          <a:xfrm>
            <a:off x="2076117" y="3363282"/>
            <a:ext cx="9366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n</a:t>
            </a:r>
            <a:r>
              <a:rPr lang="fr-FR" sz="800" dirty="0" smtClean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4a-formats </a:t>
            </a:r>
            <a:endParaRPr lang="fr-FR" sz="8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3717900" y="3374616"/>
            <a:ext cx="9366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smtClean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n4a-io </a:t>
            </a:r>
            <a:endParaRPr lang="fr-FR" sz="8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5390263" y="3421578"/>
            <a:ext cx="18112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smtClean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nirs4all, n4a-methods </a:t>
            </a:r>
            <a:endParaRPr lang="fr-FR" sz="8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56" name="Image 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7820" y="2240586"/>
            <a:ext cx="1188000" cy="1037144"/>
          </a:xfrm>
          <a:prstGeom prst="rect">
            <a:avLst/>
          </a:prstGeom>
        </p:spPr>
      </p:pic>
      <p:pic>
        <p:nvPicPr>
          <p:cNvPr id="71" name="Imag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800" y="590309"/>
            <a:ext cx="398848" cy="294462"/>
          </a:xfrm>
          <a:prstGeom prst="rect">
            <a:avLst/>
          </a:prstGeom>
        </p:spPr>
      </p:pic>
      <p:pic>
        <p:nvPicPr>
          <p:cNvPr id="76" name="Image 75"/>
          <p:cNvPicPr>
            <a:picLocks noChangeAspect="1"/>
          </p:cNvPicPr>
          <p:nvPr/>
        </p:nvPicPr>
        <p:blipFill rotWithShape="1">
          <a:blip r:embed="rId5"/>
          <a:srcRect l="77950" t="81442" r="2693"/>
          <a:stretch/>
        </p:blipFill>
        <p:spPr>
          <a:xfrm>
            <a:off x="8050369" y="1032117"/>
            <a:ext cx="863601" cy="153660"/>
          </a:xfrm>
          <a:prstGeom prst="rect">
            <a:avLst/>
          </a:prstGeom>
        </p:spPr>
      </p:pic>
      <p:sp>
        <p:nvSpPr>
          <p:cNvPr id="77" name="ZoneTexte 76"/>
          <p:cNvSpPr txBox="1"/>
          <p:nvPr/>
        </p:nvSpPr>
        <p:spPr>
          <a:xfrm>
            <a:off x="8050368" y="1221169"/>
            <a:ext cx="863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smtClean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WEB </a:t>
            </a:r>
            <a:endParaRPr lang="fr-FR" sz="800" dirty="0">
              <a:solidFill>
                <a:srgbClr val="0D8B91"/>
              </a:solidFill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59" name="Image 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553" y="435735"/>
            <a:ext cx="537666" cy="542990"/>
          </a:xfrm>
          <a:prstGeom prst="rect">
            <a:avLst/>
          </a:prstGeom>
        </p:spPr>
      </p:pic>
      <p:pic>
        <p:nvPicPr>
          <p:cNvPr id="79" name="Image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278896" y="1780966"/>
            <a:ext cx="398848" cy="294462"/>
          </a:xfrm>
          <a:prstGeom prst="rect">
            <a:avLst/>
          </a:prstGeom>
        </p:spPr>
      </p:pic>
      <p:sp>
        <p:nvSpPr>
          <p:cNvPr id="87" name="ZoneTexte 86"/>
          <p:cNvSpPr txBox="1"/>
          <p:nvPr/>
        </p:nvSpPr>
        <p:spPr>
          <a:xfrm>
            <a:off x="7994277" y="1367870"/>
            <a:ext cx="9366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n</a:t>
            </a:r>
            <a:r>
              <a:rPr lang="fr-FR" sz="800" dirty="0" smtClean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4a-web </a:t>
            </a:r>
            <a:endParaRPr lang="fr-FR" sz="8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83" name="ZoneTexte 82"/>
          <p:cNvSpPr txBox="1"/>
          <p:nvPr/>
        </p:nvSpPr>
        <p:spPr>
          <a:xfrm>
            <a:off x="5654101" y="1780918"/>
            <a:ext cx="13641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smtClean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dag-ml, n4a-methods</a:t>
            </a:r>
            <a:endParaRPr lang="fr-FR" sz="8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5731991" y="1627960"/>
            <a:ext cx="1153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smtClean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PACKAGE/INTEROP </a:t>
            </a:r>
            <a:endParaRPr lang="fr-FR" sz="800" dirty="0">
              <a:solidFill>
                <a:srgbClr val="0D8B91"/>
              </a:solidFill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pSp>
        <p:nvGrpSpPr>
          <p:cNvPr id="58" name="Groupe 57"/>
          <p:cNvGrpSpPr/>
          <p:nvPr/>
        </p:nvGrpSpPr>
        <p:grpSpPr>
          <a:xfrm>
            <a:off x="5358467" y="485818"/>
            <a:ext cx="1929495" cy="554236"/>
            <a:chOff x="5358467" y="1014981"/>
            <a:chExt cx="1929495" cy="554236"/>
          </a:xfrm>
        </p:grpSpPr>
        <p:pic>
          <p:nvPicPr>
            <p:cNvPr id="67" name="Picture 8" descr="Fichier:R logo.svg — Wikilivres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1082" t="-37652" r="-21082" b="-37652"/>
            <a:stretch/>
          </p:blipFill>
          <p:spPr bwMode="auto">
            <a:xfrm>
              <a:off x="6043581" y="1014981"/>
              <a:ext cx="578988" cy="553320"/>
            </a:xfrm>
            <a:prstGeom prst="ellipse">
              <a:avLst/>
            </a:prstGeom>
            <a:solidFill>
              <a:schemeClr val="bg1"/>
            </a:solidFill>
            <a:ln w="0" cap="rnd">
              <a:solidFill>
                <a:schemeClr val="accent1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68" name="Picture 12" descr="Fichier:JavaScript-logo.png — Wikipédia"/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8302" t="-30366" r="-28302" b="-30366"/>
            <a:stretch/>
          </p:blipFill>
          <p:spPr bwMode="auto">
            <a:xfrm>
              <a:off x="6745537" y="1014981"/>
              <a:ext cx="542425" cy="554236"/>
            </a:xfrm>
            <a:prstGeom prst="ellipse">
              <a:avLst/>
            </a:prstGeom>
            <a:solidFill>
              <a:schemeClr val="bg1"/>
            </a:solidFill>
            <a:ln w="0" cap="rnd">
              <a:solidFill>
                <a:schemeClr val="accent1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69" name="Image 68"/>
            <p:cNvPicPr>
              <a:picLocks noChangeAspect="1"/>
            </p:cNvPicPr>
            <p:nvPr/>
          </p:nvPicPr>
          <p:blipFill rotWithShape="1">
            <a:blip r:embed="rId10"/>
            <a:srcRect l="-2850" t="-10430" r="-2850" b="-10430"/>
            <a:stretch/>
          </p:blipFill>
          <p:spPr>
            <a:xfrm>
              <a:off x="5358467" y="1014981"/>
              <a:ext cx="562147" cy="540671"/>
            </a:xfrm>
            <a:prstGeom prst="ellipse">
              <a:avLst/>
            </a:prstGeom>
            <a:solidFill>
              <a:schemeClr val="bg1"/>
            </a:solidFill>
            <a:ln w="0" cap="rnd">
              <a:solidFill>
                <a:schemeClr val="accent1">
                  <a:lumMod val="60000"/>
                  <a:lumOff val="40000"/>
                </a:schemeClr>
              </a:solidFill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pic>
        <p:nvPicPr>
          <p:cNvPr id="96" name="Image 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377" y="4732280"/>
            <a:ext cx="398848" cy="294462"/>
          </a:xfrm>
          <a:prstGeom prst="rect">
            <a:avLst/>
          </a:prstGeom>
        </p:spPr>
      </p:pic>
      <p:pic>
        <p:nvPicPr>
          <p:cNvPr id="98" name="Image 9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288047" y="3615770"/>
            <a:ext cx="398848" cy="294462"/>
          </a:xfrm>
          <a:prstGeom prst="rect">
            <a:avLst/>
          </a:prstGeom>
        </p:spPr>
      </p:pic>
      <p:grpSp>
        <p:nvGrpSpPr>
          <p:cNvPr id="139" name="Groupe 138"/>
          <p:cNvGrpSpPr/>
          <p:nvPr/>
        </p:nvGrpSpPr>
        <p:grpSpPr>
          <a:xfrm>
            <a:off x="7784778" y="2092868"/>
            <a:ext cx="1343982" cy="1393273"/>
            <a:chOff x="7784778" y="2092868"/>
            <a:chExt cx="1343982" cy="1393273"/>
          </a:xfrm>
        </p:grpSpPr>
        <p:sp>
          <p:nvSpPr>
            <p:cNvPr id="33" name="Rectangle à coins arrondis 32"/>
            <p:cNvSpPr/>
            <p:nvPr/>
          </p:nvSpPr>
          <p:spPr>
            <a:xfrm>
              <a:off x="7881542" y="2092868"/>
              <a:ext cx="1150456" cy="1393273"/>
            </a:xfrm>
            <a:prstGeom prst="roundRect">
              <a:avLst>
                <a:gd name="adj" fmla="val 1129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762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5" name="Image 34"/>
            <p:cNvPicPr>
              <a:picLocks noChangeAspect="1"/>
            </p:cNvPicPr>
            <p:nvPr/>
          </p:nvPicPr>
          <p:blipFill rotWithShape="1">
            <a:blip r:embed="rId5"/>
            <a:srcRect l="77950" r="2693"/>
            <a:stretch/>
          </p:blipFill>
          <p:spPr>
            <a:xfrm>
              <a:off x="8024969" y="2230315"/>
              <a:ext cx="863601" cy="828000"/>
            </a:xfrm>
            <a:prstGeom prst="rect">
              <a:avLst/>
            </a:prstGeom>
          </p:spPr>
        </p:pic>
        <p:sp>
          <p:nvSpPr>
            <p:cNvPr id="36" name="ZoneTexte 35"/>
            <p:cNvSpPr txBox="1"/>
            <p:nvPr/>
          </p:nvSpPr>
          <p:spPr>
            <a:xfrm>
              <a:off x="7784778" y="3093707"/>
              <a:ext cx="13439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dirty="0" smtClean="0">
                  <a:solidFill>
                    <a:srgbClr val="0D8B9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REPRODUCE </a:t>
              </a:r>
              <a:endParaRPr lang="fr-FR" sz="800" dirty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7988066" y="3251470"/>
              <a:ext cx="9366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dirty="0" smtClean="0"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.n4a, .n4u</a:t>
              </a:r>
              <a:endParaRPr lang="fr-FR" sz="800" dirty="0"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pic>
          <p:nvPicPr>
            <p:cNvPr id="82" name="Image 81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53" t="26144" r="26568" b="38141"/>
            <a:stretch/>
          </p:blipFill>
          <p:spPr>
            <a:xfrm>
              <a:off x="8110190" y="2307751"/>
              <a:ext cx="742820" cy="604621"/>
            </a:xfrm>
            <a:prstGeom prst="rect">
              <a:avLst/>
            </a:prstGeom>
          </p:spPr>
        </p:pic>
      </p:grpSp>
      <p:grpSp>
        <p:nvGrpSpPr>
          <p:cNvPr id="131" name="Groupe 130"/>
          <p:cNvGrpSpPr/>
          <p:nvPr/>
        </p:nvGrpSpPr>
        <p:grpSpPr>
          <a:xfrm>
            <a:off x="166874" y="3048646"/>
            <a:ext cx="1414194" cy="1393273"/>
            <a:chOff x="1839680" y="112213"/>
            <a:chExt cx="1414194" cy="1393273"/>
          </a:xfrm>
        </p:grpSpPr>
        <p:grpSp>
          <p:nvGrpSpPr>
            <p:cNvPr id="97" name="Groupe 96"/>
            <p:cNvGrpSpPr/>
            <p:nvPr/>
          </p:nvGrpSpPr>
          <p:grpSpPr>
            <a:xfrm>
              <a:off x="1839680" y="112213"/>
              <a:ext cx="1414194" cy="1393273"/>
              <a:chOff x="1829520" y="112213"/>
              <a:chExt cx="1414194" cy="1393273"/>
            </a:xfrm>
          </p:grpSpPr>
          <p:sp>
            <p:nvSpPr>
              <p:cNvPr id="109" name="Rectangle à coins arrondis 108"/>
              <p:cNvSpPr/>
              <p:nvPr/>
            </p:nvSpPr>
            <p:spPr>
              <a:xfrm>
                <a:off x="1960649" y="112213"/>
                <a:ext cx="1150456" cy="1393273"/>
              </a:xfrm>
              <a:prstGeom prst="roundRect">
                <a:avLst>
                  <a:gd name="adj" fmla="val 1129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76200" dist="381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1" name="ZoneTexte 110"/>
              <p:cNvSpPr txBox="1"/>
              <p:nvPr/>
            </p:nvSpPr>
            <p:spPr>
              <a:xfrm>
                <a:off x="1829520" y="1107385"/>
                <a:ext cx="141419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800" dirty="0" smtClean="0">
                    <a:solidFill>
                      <a:srgbClr val="0D8B91"/>
                    </a:solidFill>
                    <a:latin typeface="Cascadia Mono SemiBold" panose="020B0609020000020004" pitchFamily="49" charset="0"/>
                    <a:cs typeface="Cascadia Mono SemiBold" panose="020B0609020000020004" pitchFamily="49" charset="0"/>
                  </a:rPr>
                  <a:t>REFERENCE DATA </a:t>
                </a:r>
                <a:endParaRPr lang="fr-FR" sz="800" dirty="0">
                  <a:solidFill>
                    <a:srgbClr val="0D8B9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endParaRPr>
              </a:p>
            </p:txBody>
          </p:sp>
          <p:sp>
            <p:nvSpPr>
              <p:cNvPr id="112" name="ZoneTexte 111"/>
              <p:cNvSpPr txBox="1"/>
              <p:nvPr/>
            </p:nvSpPr>
            <p:spPr>
              <a:xfrm>
                <a:off x="2076117" y="1250234"/>
                <a:ext cx="93664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800" dirty="0" smtClean="0">
                    <a:latin typeface="Cascadia Mono SemiBold" panose="020B0609020000020004" pitchFamily="49" charset="0"/>
                    <a:cs typeface="Cascadia Mono SemiBold" panose="020B0609020000020004" pitchFamily="49" charset="0"/>
                  </a:rPr>
                  <a:t>n4a-datasets</a:t>
                </a:r>
                <a:endParaRPr lang="fr-FR" sz="800" dirty="0">
                  <a:latin typeface="Cascadia Mono SemiBold" panose="020B0609020000020004" pitchFamily="49" charset="0"/>
                  <a:cs typeface="Cascadia Mono SemiBold" panose="020B0609020000020004" pitchFamily="49" charset="0"/>
                </a:endParaRPr>
              </a:p>
            </p:txBody>
          </p:sp>
        </p:grpSp>
        <p:pic>
          <p:nvPicPr>
            <p:cNvPr id="101" name="Image 1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57097" y="259288"/>
              <a:ext cx="413735" cy="580748"/>
            </a:xfrm>
            <a:prstGeom prst="rect">
              <a:avLst/>
            </a:prstGeom>
          </p:spPr>
        </p:pic>
      </p:grpSp>
      <p:pic>
        <p:nvPicPr>
          <p:cNvPr id="102" name="Image 10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92146" y="2504733"/>
            <a:ext cx="515704" cy="550667"/>
          </a:xfrm>
          <a:prstGeom prst="rect">
            <a:avLst/>
          </a:prstGeom>
        </p:spPr>
      </p:pic>
      <p:pic>
        <p:nvPicPr>
          <p:cNvPr id="103" name="Image 10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5758" y="2468388"/>
            <a:ext cx="556708" cy="552219"/>
          </a:xfrm>
          <a:prstGeom prst="rect">
            <a:avLst/>
          </a:prstGeom>
        </p:spPr>
      </p:pic>
      <p:grpSp>
        <p:nvGrpSpPr>
          <p:cNvPr id="129" name="Groupe 128"/>
          <p:cNvGrpSpPr/>
          <p:nvPr/>
        </p:nvGrpSpPr>
        <p:grpSpPr>
          <a:xfrm>
            <a:off x="300198" y="1475400"/>
            <a:ext cx="1150456" cy="1393273"/>
            <a:chOff x="305306" y="1986823"/>
            <a:chExt cx="1150456" cy="1393273"/>
          </a:xfrm>
        </p:grpSpPr>
        <p:sp>
          <p:nvSpPr>
            <p:cNvPr id="4" name="Rectangle à coins arrondis 3"/>
            <p:cNvSpPr/>
            <p:nvPr/>
          </p:nvSpPr>
          <p:spPr>
            <a:xfrm>
              <a:off x="305306" y="1986823"/>
              <a:ext cx="1150456" cy="1393273"/>
            </a:xfrm>
            <a:prstGeom prst="roundRect">
              <a:avLst>
                <a:gd name="adj" fmla="val 1129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762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7" name="Image 16"/>
            <p:cNvPicPr>
              <a:picLocks noChangeAspect="1"/>
            </p:cNvPicPr>
            <p:nvPr/>
          </p:nvPicPr>
          <p:blipFill rotWithShape="1">
            <a:blip r:embed="rId5"/>
            <a:srcRect l="9176" r="69645"/>
            <a:stretch/>
          </p:blipFill>
          <p:spPr>
            <a:xfrm>
              <a:off x="448734" y="2124270"/>
              <a:ext cx="944880" cy="828000"/>
            </a:xfrm>
            <a:prstGeom prst="rect">
              <a:avLst/>
            </a:prstGeom>
          </p:spPr>
        </p:pic>
        <p:sp>
          <p:nvSpPr>
            <p:cNvPr id="23" name="ZoneTexte 22"/>
            <p:cNvSpPr txBox="1"/>
            <p:nvPr/>
          </p:nvSpPr>
          <p:spPr>
            <a:xfrm>
              <a:off x="429742" y="2981995"/>
              <a:ext cx="9030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dirty="0" smtClean="0">
                  <a:solidFill>
                    <a:srgbClr val="0D8B9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USER DATA </a:t>
              </a:r>
              <a:endParaRPr lang="fr-FR" sz="800" dirty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pic>
          <p:nvPicPr>
            <p:cNvPr id="104" name="Image 103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58935" y="2117772"/>
              <a:ext cx="614302" cy="740123"/>
            </a:xfrm>
            <a:prstGeom prst="rect">
              <a:avLst/>
            </a:prstGeom>
          </p:spPr>
        </p:pic>
      </p:grpSp>
      <p:grpSp>
        <p:nvGrpSpPr>
          <p:cNvPr id="63" name="Groupe 62"/>
          <p:cNvGrpSpPr/>
          <p:nvPr/>
        </p:nvGrpSpPr>
        <p:grpSpPr>
          <a:xfrm>
            <a:off x="7906941" y="4253977"/>
            <a:ext cx="1150456" cy="1393273"/>
            <a:chOff x="9368562" y="3676804"/>
            <a:chExt cx="1150456" cy="1393273"/>
          </a:xfrm>
        </p:grpSpPr>
        <p:sp>
          <p:nvSpPr>
            <p:cNvPr id="90" name="Rectangle à coins arrondis 89"/>
            <p:cNvSpPr/>
            <p:nvPr/>
          </p:nvSpPr>
          <p:spPr>
            <a:xfrm>
              <a:off x="9368562" y="3676804"/>
              <a:ext cx="1150456" cy="1393273"/>
            </a:xfrm>
            <a:prstGeom prst="roundRect">
              <a:avLst>
                <a:gd name="adj" fmla="val 1129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762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1" name="Image 6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672253" y="3828164"/>
              <a:ext cx="521086" cy="586854"/>
            </a:xfrm>
            <a:prstGeom prst="rect">
              <a:avLst/>
            </a:prstGeom>
          </p:spPr>
        </p:pic>
        <p:pic>
          <p:nvPicPr>
            <p:cNvPr id="91" name="Image 90"/>
            <p:cNvPicPr>
              <a:picLocks noChangeAspect="1"/>
            </p:cNvPicPr>
            <p:nvPr/>
          </p:nvPicPr>
          <p:blipFill rotWithShape="1">
            <a:blip r:embed="rId5"/>
            <a:srcRect l="77950" t="81442" r="2693"/>
            <a:stretch/>
          </p:blipFill>
          <p:spPr>
            <a:xfrm>
              <a:off x="9518489" y="4463738"/>
              <a:ext cx="863601" cy="153660"/>
            </a:xfrm>
            <a:prstGeom prst="rect">
              <a:avLst/>
            </a:prstGeom>
          </p:spPr>
        </p:pic>
        <p:sp>
          <p:nvSpPr>
            <p:cNvPr id="92" name="ZoneTexte 91"/>
            <p:cNvSpPr txBox="1"/>
            <p:nvPr/>
          </p:nvSpPr>
          <p:spPr>
            <a:xfrm>
              <a:off x="9518488" y="4652790"/>
              <a:ext cx="8636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dirty="0" smtClean="0">
                  <a:solidFill>
                    <a:srgbClr val="0D8B9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APPLICATION</a:t>
              </a:r>
              <a:endParaRPr lang="fr-FR" sz="800" dirty="0">
                <a:solidFill>
                  <a:srgbClr val="0D8B91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sp>
          <p:nvSpPr>
            <p:cNvPr id="94" name="ZoneTexte 93"/>
            <p:cNvSpPr txBox="1"/>
            <p:nvPr/>
          </p:nvSpPr>
          <p:spPr>
            <a:xfrm>
              <a:off x="9462397" y="4799491"/>
              <a:ext cx="9366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dirty="0" smtClean="0"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n4a-studio </a:t>
              </a:r>
              <a:endParaRPr lang="fr-FR" sz="800" dirty="0"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</p:grpSp>
      <p:cxnSp>
        <p:nvCxnSpPr>
          <p:cNvPr id="133" name="Connecteur droit 132"/>
          <p:cNvCxnSpPr/>
          <p:nvPr/>
        </p:nvCxnSpPr>
        <p:spPr>
          <a:xfrm>
            <a:off x="5795681" y="1599774"/>
            <a:ext cx="1028200" cy="0"/>
          </a:xfrm>
          <a:prstGeom prst="line">
            <a:avLst/>
          </a:prstGeom>
          <a:ln w="9525">
            <a:solidFill>
              <a:schemeClr val="bg1">
                <a:lumMod val="85000"/>
                <a:alpha val="5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/>
          <p:cNvCxnSpPr/>
          <p:nvPr/>
        </p:nvCxnSpPr>
        <p:spPr>
          <a:xfrm>
            <a:off x="468920" y="4012623"/>
            <a:ext cx="801004" cy="5824"/>
          </a:xfrm>
          <a:prstGeom prst="line">
            <a:avLst/>
          </a:prstGeom>
          <a:ln w="9525">
            <a:solidFill>
              <a:schemeClr val="bg1">
                <a:lumMod val="85000"/>
                <a:alpha val="5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Image 1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282" y="2371461"/>
            <a:ext cx="398848" cy="294462"/>
          </a:xfrm>
          <a:prstGeom prst="rect">
            <a:avLst/>
          </a:prstGeom>
        </p:spPr>
      </p:pic>
      <p:grpSp>
        <p:nvGrpSpPr>
          <p:cNvPr id="166" name="Groupe 165"/>
          <p:cNvGrpSpPr/>
          <p:nvPr/>
        </p:nvGrpSpPr>
        <p:grpSpPr>
          <a:xfrm>
            <a:off x="5204064" y="4416799"/>
            <a:ext cx="2331292" cy="1613542"/>
            <a:chOff x="5178666" y="4476061"/>
            <a:chExt cx="2331292" cy="1613542"/>
          </a:xfrm>
        </p:grpSpPr>
        <p:sp>
          <p:nvSpPr>
            <p:cNvPr id="99" name="Rectangle à coins arrondis 98"/>
            <p:cNvSpPr/>
            <p:nvPr/>
          </p:nvSpPr>
          <p:spPr>
            <a:xfrm>
              <a:off x="5178666" y="4476061"/>
              <a:ext cx="2258748" cy="1613542"/>
            </a:xfrm>
            <a:prstGeom prst="roundRect">
              <a:avLst>
                <a:gd name="adj" fmla="val 11296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762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1" name="Image 80"/>
            <p:cNvPicPr>
              <a:picLocks noChangeAspect="1"/>
            </p:cNvPicPr>
            <p:nvPr/>
          </p:nvPicPr>
          <p:blipFill rotWithShape="1">
            <a:blip r:embed="rId17"/>
            <a:srcRect l="76552" t="54648" r="6695" b="8426"/>
            <a:stretch/>
          </p:blipFill>
          <p:spPr>
            <a:xfrm>
              <a:off x="5928089" y="4757950"/>
              <a:ext cx="1358900" cy="537633"/>
            </a:xfrm>
            <a:prstGeom prst="rect">
              <a:avLst/>
            </a:prstGeom>
          </p:spPr>
        </p:pic>
        <p:pic>
          <p:nvPicPr>
            <p:cNvPr id="53" name="Image 52"/>
            <p:cNvPicPr>
              <a:picLocks noChangeAspect="1"/>
            </p:cNvPicPr>
            <p:nvPr/>
          </p:nvPicPr>
          <p:blipFill rotWithShape="1">
            <a:blip r:embed="rId17"/>
            <a:srcRect l="11888" t="53759" r="78933" b="11246"/>
            <a:stretch/>
          </p:blipFill>
          <p:spPr>
            <a:xfrm>
              <a:off x="5922963" y="5557725"/>
              <a:ext cx="744537" cy="509516"/>
            </a:xfrm>
            <a:prstGeom prst="rect">
              <a:avLst/>
            </a:prstGeom>
          </p:spPr>
        </p:pic>
        <p:pic>
          <p:nvPicPr>
            <p:cNvPr id="80" name="Image 79"/>
            <p:cNvPicPr>
              <a:picLocks noChangeAspect="1"/>
            </p:cNvPicPr>
            <p:nvPr/>
          </p:nvPicPr>
          <p:blipFill rotWithShape="1">
            <a:blip r:embed="rId17"/>
            <a:srcRect l="31416" t="52905" r="60859" b="10750"/>
            <a:stretch/>
          </p:blipFill>
          <p:spPr>
            <a:xfrm>
              <a:off x="5258966" y="4754019"/>
              <a:ext cx="626533" cy="529167"/>
            </a:xfrm>
            <a:prstGeom prst="rect">
              <a:avLst/>
            </a:prstGeom>
          </p:spPr>
        </p:pic>
        <p:pic>
          <p:nvPicPr>
            <p:cNvPr id="95" name="Image 94"/>
            <p:cNvPicPr>
              <a:picLocks noChangeAspect="1"/>
            </p:cNvPicPr>
            <p:nvPr/>
          </p:nvPicPr>
          <p:blipFill rotWithShape="1">
            <a:blip r:embed="rId18"/>
            <a:srcRect l="13489" t="13458" r="13486" b="13457"/>
            <a:stretch/>
          </p:blipFill>
          <p:spPr>
            <a:xfrm>
              <a:off x="5633834" y="5365751"/>
              <a:ext cx="155046" cy="149281"/>
            </a:xfrm>
            <a:prstGeom prst="rect">
              <a:avLst/>
            </a:prstGeom>
          </p:spPr>
        </p:pic>
        <p:sp>
          <p:nvSpPr>
            <p:cNvPr id="121" name="ZoneTexte 120"/>
            <p:cNvSpPr txBox="1"/>
            <p:nvPr/>
          </p:nvSpPr>
          <p:spPr>
            <a:xfrm>
              <a:off x="5744421" y="4511890"/>
              <a:ext cx="176553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00" dirty="0" smtClean="0">
                  <a:solidFill>
                    <a:srgbClr val="4F9CD0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ML / OPTIM / EXPLAIN.</a:t>
              </a:r>
              <a:endParaRPr lang="fr-FR" sz="700" dirty="0">
                <a:solidFill>
                  <a:srgbClr val="4F9CD0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cxnSp>
          <p:nvCxnSpPr>
            <p:cNvPr id="115" name="Connecteur droit 114"/>
            <p:cNvCxnSpPr/>
            <p:nvPr/>
          </p:nvCxnSpPr>
          <p:spPr>
            <a:xfrm>
              <a:off x="5258966" y="4711945"/>
              <a:ext cx="2111678" cy="67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8" name="Image 11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624188" y="4531855"/>
              <a:ext cx="171493" cy="160123"/>
            </a:xfrm>
            <a:prstGeom prst="rect">
              <a:avLst/>
            </a:prstGeom>
          </p:spPr>
        </p:pic>
        <p:cxnSp>
          <p:nvCxnSpPr>
            <p:cNvPr id="130" name="Connecteur droit 129"/>
            <p:cNvCxnSpPr/>
            <p:nvPr/>
          </p:nvCxnSpPr>
          <p:spPr>
            <a:xfrm>
              <a:off x="5276693" y="5549107"/>
              <a:ext cx="2111678" cy="67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5" name="Image 154"/>
            <p:cNvPicPr>
              <a:picLocks noChangeAspect="1"/>
            </p:cNvPicPr>
            <p:nvPr/>
          </p:nvPicPr>
          <p:blipFill rotWithShape="1">
            <a:blip r:embed="rId17"/>
            <a:srcRect l="19090" t="53759" r="77733" b="11246"/>
            <a:stretch/>
          </p:blipFill>
          <p:spPr>
            <a:xfrm>
              <a:off x="6573281" y="5564632"/>
              <a:ext cx="257732" cy="509516"/>
            </a:xfrm>
            <a:prstGeom prst="rect">
              <a:avLst/>
            </a:prstGeom>
          </p:spPr>
        </p:pic>
        <p:pic>
          <p:nvPicPr>
            <p:cNvPr id="156" name="Image 155"/>
            <p:cNvPicPr>
              <a:picLocks noChangeAspect="1"/>
            </p:cNvPicPr>
            <p:nvPr/>
          </p:nvPicPr>
          <p:blipFill rotWithShape="1">
            <a:blip r:embed="rId17"/>
            <a:srcRect l="5109" t="53759" r="87877" b="11246"/>
            <a:stretch/>
          </p:blipFill>
          <p:spPr>
            <a:xfrm>
              <a:off x="5334694" y="5560043"/>
              <a:ext cx="568928" cy="509516"/>
            </a:xfrm>
            <a:prstGeom prst="rect">
              <a:avLst/>
            </a:prstGeom>
          </p:spPr>
        </p:pic>
        <p:pic>
          <p:nvPicPr>
            <p:cNvPr id="157" name="Image 156"/>
            <p:cNvPicPr>
              <a:picLocks noChangeAspect="1"/>
            </p:cNvPicPr>
            <p:nvPr/>
          </p:nvPicPr>
          <p:blipFill rotWithShape="1">
            <a:blip r:embed="rId17"/>
            <a:srcRect l="21622" t="53759" r="72906" b="11246"/>
            <a:stretch/>
          </p:blipFill>
          <p:spPr>
            <a:xfrm>
              <a:off x="6887948" y="5560515"/>
              <a:ext cx="443886" cy="509516"/>
            </a:xfrm>
            <a:prstGeom prst="rect">
              <a:avLst/>
            </a:prstGeom>
          </p:spPr>
        </p:pic>
        <p:pic>
          <p:nvPicPr>
            <p:cNvPr id="158" name="Image 157"/>
            <p:cNvPicPr>
              <a:picLocks noChangeAspect="1"/>
            </p:cNvPicPr>
            <p:nvPr/>
          </p:nvPicPr>
          <p:blipFill rotWithShape="1">
            <a:blip r:embed="rId17"/>
            <a:srcRect l="13186" t="53759" r="78933" b="11246"/>
            <a:stretch/>
          </p:blipFill>
          <p:spPr>
            <a:xfrm>
              <a:off x="6087528" y="5561959"/>
              <a:ext cx="639233" cy="509516"/>
            </a:xfrm>
            <a:prstGeom prst="rect">
              <a:avLst/>
            </a:prstGeom>
          </p:spPr>
        </p:pic>
      </p:grpSp>
      <p:grpSp>
        <p:nvGrpSpPr>
          <p:cNvPr id="152" name="Groupe 151"/>
          <p:cNvGrpSpPr/>
          <p:nvPr/>
        </p:nvGrpSpPr>
        <p:grpSpPr>
          <a:xfrm>
            <a:off x="9510522" y="2082312"/>
            <a:ext cx="1506264" cy="1393273"/>
            <a:chOff x="9415737" y="2092867"/>
            <a:chExt cx="1506264" cy="1393273"/>
          </a:xfrm>
        </p:grpSpPr>
        <p:grpSp>
          <p:nvGrpSpPr>
            <p:cNvPr id="141" name="Groupe 140"/>
            <p:cNvGrpSpPr/>
            <p:nvPr/>
          </p:nvGrpSpPr>
          <p:grpSpPr>
            <a:xfrm>
              <a:off x="9495285" y="2092867"/>
              <a:ext cx="1347170" cy="1393273"/>
              <a:chOff x="9495285" y="2092867"/>
              <a:chExt cx="1347170" cy="1393273"/>
            </a:xfrm>
          </p:grpSpPr>
          <p:sp>
            <p:nvSpPr>
              <p:cNvPr id="146" name="Rectangle à coins arrondis 145"/>
              <p:cNvSpPr/>
              <p:nvPr/>
            </p:nvSpPr>
            <p:spPr>
              <a:xfrm>
                <a:off x="9495285" y="2092867"/>
                <a:ext cx="1347170" cy="1393273"/>
              </a:xfrm>
              <a:prstGeom prst="roundRect">
                <a:avLst>
                  <a:gd name="adj" fmla="val 11296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76200" dist="381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48" name="Image 147"/>
              <p:cNvPicPr>
                <a:picLocks noChangeAspect="1"/>
              </p:cNvPicPr>
              <p:nvPr/>
            </p:nvPicPr>
            <p:blipFill rotWithShape="1">
              <a:blip r:embed="rId5"/>
              <a:srcRect l="77950" r="2693"/>
              <a:stretch/>
            </p:blipFill>
            <p:spPr>
              <a:xfrm>
                <a:off x="9737069" y="2230314"/>
                <a:ext cx="863601" cy="828000"/>
              </a:xfrm>
              <a:prstGeom prst="rect">
                <a:avLst/>
              </a:prstGeom>
            </p:spPr>
          </p:pic>
          <p:sp>
            <p:nvSpPr>
              <p:cNvPr id="149" name="ZoneTexte 148"/>
              <p:cNvSpPr txBox="1"/>
              <p:nvPr/>
            </p:nvSpPr>
            <p:spPr>
              <a:xfrm>
                <a:off x="9593640" y="3093706"/>
                <a:ext cx="11504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800" dirty="0" smtClean="0">
                    <a:solidFill>
                      <a:srgbClr val="0D8B91"/>
                    </a:solidFill>
                    <a:latin typeface="Cascadia Mono SemiBold" panose="020B0609020000020004" pitchFamily="49" charset="0"/>
                    <a:cs typeface="Cascadia Mono SemiBold" panose="020B0609020000020004" pitchFamily="49" charset="0"/>
                  </a:rPr>
                  <a:t>SHARE </a:t>
                </a:r>
                <a:endParaRPr lang="fr-FR" sz="800" dirty="0">
                  <a:solidFill>
                    <a:srgbClr val="0D8B91"/>
                  </a:solidFill>
                  <a:latin typeface="Cascadia Mono SemiBold" panose="020B0609020000020004" pitchFamily="49" charset="0"/>
                  <a:cs typeface="Cascadia Mono SemiBold" panose="020B0609020000020004" pitchFamily="49" charset="0"/>
                </a:endParaRPr>
              </a:p>
            </p:txBody>
          </p:sp>
        </p:grpSp>
        <p:sp>
          <p:nvSpPr>
            <p:cNvPr id="150" name="ZoneTexte 149"/>
            <p:cNvSpPr txBox="1"/>
            <p:nvPr/>
          </p:nvSpPr>
          <p:spPr>
            <a:xfrm>
              <a:off x="9415737" y="3250130"/>
              <a:ext cx="15062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dirty="0" smtClean="0"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n4a-arena, n4a-bank </a:t>
              </a:r>
              <a:endParaRPr lang="fr-FR" sz="800" dirty="0"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  <p:pic>
          <p:nvPicPr>
            <p:cNvPr id="164" name="Image 163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53" t="26144" r="26568" b="38141"/>
            <a:stretch/>
          </p:blipFill>
          <p:spPr>
            <a:xfrm>
              <a:off x="9797458" y="2304074"/>
              <a:ext cx="742820" cy="604621"/>
            </a:xfrm>
            <a:prstGeom prst="rect">
              <a:avLst/>
            </a:prstGeom>
          </p:spPr>
        </p:pic>
      </p:grpSp>
      <p:pic>
        <p:nvPicPr>
          <p:cNvPr id="154" name="Image 153"/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9" t="28444" r="32889" b="39926"/>
          <a:stretch/>
        </p:blipFill>
        <p:spPr>
          <a:xfrm>
            <a:off x="8099223" y="2274322"/>
            <a:ext cx="731582" cy="632196"/>
          </a:xfrm>
          <a:prstGeom prst="rect">
            <a:avLst/>
          </a:prstGeom>
        </p:spPr>
      </p:pic>
      <p:pic>
        <p:nvPicPr>
          <p:cNvPr id="159" name="Image 158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428" y="4432285"/>
            <a:ext cx="971117" cy="5826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60" name="Image 15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74666" y="394301"/>
            <a:ext cx="1018859" cy="6407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2" name="Accolade ouvrante 161"/>
          <p:cNvSpPr/>
          <p:nvPr/>
        </p:nvSpPr>
        <p:spPr>
          <a:xfrm rot="10800000">
            <a:off x="9119252" y="775113"/>
            <a:ext cx="336315" cy="4044447"/>
          </a:xfrm>
          <a:prstGeom prst="leftBrace">
            <a:avLst>
              <a:gd name="adj1" fmla="val 99882"/>
              <a:gd name="adj2" fmla="val 50000"/>
            </a:avLst>
          </a:prstGeom>
          <a:ln w="19050">
            <a:solidFill>
              <a:srgbClr val="6A8B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5" name="Image 164"/>
          <p:cNvPicPr>
            <a:picLocks noChangeAspect="1"/>
          </p:cNvPicPr>
          <p:nvPr/>
        </p:nvPicPr>
        <p:blipFill rotWithShape="1">
          <a:blip r:embed="rId23"/>
          <a:srcRect l="-16823" t="-19718" r="-16823" b="-19718"/>
          <a:stretch/>
        </p:blipFill>
        <p:spPr>
          <a:xfrm>
            <a:off x="8026551" y="5602219"/>
            <a:ext cx="242890" cy="241033"/>
          </a:xfrm>
          <a:prstGeom prst="ellipse">
            <a:avLst/>
          </a:prstGeom>
          <a:solidFill>
            <a:schemeClr val="bg1"/>
          </a:solidFill>
          <a:ln w="0" cap="rnd">
            <a:solidFill>
              <a:schemeClr val="bg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78" name="Picture 30" descr="Tux — Wikipédia"/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491" t="-12406" r="-26491" b="-12406"/>
          <a:stretch/>
        </p:blipFill>
        <p:spPr bwMode="auto">
          <a:xfrm>
            <a:off x="8354984" y="5595958"/>
            <a:ext cx="255902" cy="247294"/>
          </a:xfrm>
          <a:prstGeom prst="ellipse">
            <a:avLst/>
          </a:prstGeom>
          <a:solidFill>
            <a:schemeClr val="bg1"/>
          </a:solidFill>
          <a:ln w="0" cap="rnd">
            <a:solidFill>
              <a:schemeClr val="bg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80" name="Picture 32" descr="Icône de couleur Mac OS aux formats PNG et SVG"/>
          <p:cNvPicPr>
            <a:picLocks noChangeAspect="1" noChangeArrowheads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" t="1627" r="-1627" b="-1627"/>
          <a:stretch/>
        </p:blipFill>
        <p:spPr bwMode="auto">
          <a:xfrm>
            <a:off x="8690504" y="5603877"/>
            <a:ext cx="239375" cy="239375"/>
          </a:xfrm>
          <a:prstGeom prst="ellipse">
            <a:avLst/>
          </a:prstGeom>
          <a:solidFill>
            <a:schemeClr val="bg1"/>
          </a:solidFill>
          <a:ln w="0" cap="rnd">
            <a:solidFill>
              <a:schemeClr val="bg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PI and Python Support | Sonatype Support"/>
          <p:cNvPicPr>
            <a:picLocks noChangeAspect="1" noChangeArrowheads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952" t="-11765" r="-12952" b="-11765"/>
          <a:stretch/>
        </p:blipFill>
        <p:spPr bwMode="auto">
          <a:xfrm>
            <a:off x="5926578" y="3732414"/>
            <a:ext cx="740922" cy="730206"/>
          </a:xfrm>
          <a:prstGeom prst="ellipse">
            <a:avLst/>
          </a:prstGeom>
          <a:solidFill>
            <a:schemeClr val="bg1"/>
          </a:solidFill>
          <a:ln w="0" cap="rnd"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91342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E613EE07D7D444B4A144EEFA90F976" ma:contentTypeVersion="18" ma:contentTypeDescription="Crée un document." ma:contentTypeScope="" ma:versionID="3d7ddf3a454e1aa731284be4e1b0ee9a">
  <xsd:schema xmlns:xsd="http://www.w3.org/2001/XMLSchema" xmlns:xs="http://www.w3.org/2001/XMLSchema" xmlns:p="http://schemas.microsoft.com/office/2006/metadata/properties" xmlns:ns3="9bcfb8fe-4e98-4423-903c-236f67237d8e" xmlns:ns4="ae3c9047-4b9a-4f1b-88b3-3cd54d7ff4ba" targetNamespace="http://schemas.microsoft.com/office/2006/metadata/properties" ma:root="true" ma:fieldsID="cf57eeb403c54118a6c328a18daaada4" ns3:_="" ns4:_="">
    <xsd:import namespace="9bcfb8fe-4e98-4423-903c-236f67237d8e"/>
    <xsd:import namespace="ae3c9047-4b9a-4f1b-88b3-3cd54d7ff4b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OCR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fb8fe-4e98-4423-903c-236f67237d8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3c9047-4b9a-4f1b-88b3-3cd54d7ff4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e3c9047-4b9a-4f1b-88b3-3cd54d7ff4ba" xsi:nil="true"/>
  </documentManagement>
</p:properties>
</file>

<file path=customXml/itemProps1.xml><?xml version="1.0" encoding="utf-8"?>
<ds:datastoreItem xmlns:ds="http://schemas.openxmlformats.org/officeDocument/2006/customXml" ds:itemID="{9FE39E74-A7E3-4B99-8801-9B9A4FB7C2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cfb8fe-4e98-4423-903c-236f67237d8e"/>
    <ds:schemaRef ds:uri="ae3c9047-4b9a-4f1b-88b3-3cd54d7ff4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C1F982-5207-4A2F-BCF6-EE0175B841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9AC65C-34E0-457C-81FE-03C150AF78BC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ae3c9047-4b9a-4f1b-88b3-3cd54d7ff4ba"/>
    <ds:schemaRef ds:uri="9bcfb8fe-4e98-4423-903c-236f67237d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40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Cascadia Mono SemiBold</vt:lpstr>
      <vt:lpstr>Thème Office</vt:lpstr>
      <vt:lpstr>Présentation PowerPoint</vt:lpstr>
    </vt:vector>
  </TitlesOfParts>
  <Company>Cirad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Grégory BEURIER</dc:creator>
  <cp:lastModifiedBy>Grégory BEURIER</cp:lastModifiedBy>
  <cp:revision>25</cp:revision>
  <dcterms:created xsi:type="dcterms:W3CDTF">2026-06-11T16:57:40Z</dcterms:created>
  <dcterms:modified xsi:type="dcterms:W3CDTF">2026-06-12T15:06:35Z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0x010100EDE613EE07D7D444B4A144EEFA90F976</vt:lpwstr>
  </property>
</Properties>
</file>